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Nishinae Store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5562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NISHINAE STORE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Life Necessities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0" y="3931920"/>
            <a:ext cx="210312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platform for OTP voucher purchase &amp; redemption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•   [Date]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Overview &amp; Problem Statement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Key Features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Tech Stack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System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User Flow — Store &amp; Checkout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Payment Integration (ToyyibPay)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User Flow — Redemption &amp; OTP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Admin Dashboard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Database Schema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Deployment &amp; Hosting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Challenges &amp; Solutions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Future Improvements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Demo &amp; Q&amp;A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Nishinae Store?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temporary phone numbers to receive OTPs for account registrations, verifications, and promo redemptions — but accessing such services is often inconvenient and requires technical knowledge.
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consumer-friendly store where customers can purchase vouchers, pay via FPX/card, and instantly claim a temporary number to receive OTPs — all in one place.
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consumers who want quick access to disposable phone numbers for services like ZUS Coffee, Chagee, and other OTP-based promotions.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Homepage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offers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OTP voucher products with dynamic pricing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2880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12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ToyyibPay (FPX + card) for Malaysian customers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82880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82880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OTP Claim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phone number claim after successful payment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3192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Redemption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ID system for voucher redemption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393192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93192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21208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editing of products, prices, and orders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393192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93192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🌓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1440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with theme toggle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Sonner (toasts)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(file-based)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HMAC auth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51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ToyyibPay (payments)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HeroSMS (OTP numbers)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251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7548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(hosting)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 (/data)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(version control)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connect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210312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1031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Next.js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(Railway)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0" y="13716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0" y="1371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ToyyibPay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(Payment)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256032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HeroSMS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(OTP API)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41148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114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SQLite 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(/data volume)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14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Admin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514600"/>
            <a:ext cx="2560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32320" y="2331720"/>
            <a:ext cx="2468880" cy="-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0" y="2697480"/>
            <a:ext cx="246888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2926080"/>
            <a:ext cx="0" cy="11887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468880" y="4526280"/>
            <a:ext cx="2560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App → (Payment + OTP APIs) → Database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— Store &amp; Checkout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browsing to payment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visits store homepage and browses product catalog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Selects a product and chooses quantity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Clicks "Buy Now" — checkout modal opens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Fills in Full Name, Email, Phone Number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Confirms order with dynamic total price calculation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Clicks "Pay Now" → redirected to ToyyibPay payment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Completes FPX / card payment via bank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Redirected back to success page with unique Order 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0" y="18288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4114800"/>
            <a:ext cx="39319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0" y="41148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Modal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ToyyibPay — FPX &amp; Card payments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ToyyibPay?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Malaysian-native gateway (FPX + card)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bill-based API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transaction fees
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Flow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Bill via API (server-side)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Receive BillCode → redirect customer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Customer pays on ToyyibPay page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Callback URL receives payment status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Return URL redirects to success/fail page
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 (dev.toyyibpay.com) for local testing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(toyyibpay.com) for live payments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ToyyibPay Page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— Redemption &amp; OTP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purchased voucher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navigates to /redeem with their Order 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System validates the Order ID against the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User clicks "Claim Number" to request a phone number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HeroSMS API returns a temporary phone number (15-min window)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Customer uses the number on target service (ZUS, Chagee, etc.)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App polls HeroSMS every 5 seconds for incoming OTP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OTP displayed instantly upon arrival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Customer can cancel claim (with 2-minute cooldown protection)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0" y="18288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Page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4114800"/>
            <a:ext cx="39319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0" y="41148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Received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management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with HMAC-signed tokens, stored as HTTP-only cookies.
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HeroSMS balance in real-time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edit product prices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&amp; manage all orders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 Order ID and quantity inline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 orders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statistics dashboard
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protected via middleware that validates admin tokens on every request.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SQLite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 (unique)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productName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serviceCode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totalPrice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34747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 (FK)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billCode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billExternalRef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paidAt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3920" y="1828800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828800"/>
            <a:ext cx="347472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0" y="23317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claimId (unique)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 (FK)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heroActivationId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phoneNumber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572000"/>
            <a:ext cx="34747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ProductSetting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 (unique)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priceOverride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4572000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572000"/>
            <a:ext cx="34747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572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AdminUser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50749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(unique)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passwordHash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Hosting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 with Railway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Railway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Node.js-based hosting with automatic builds from GitHub and persistent volume support.
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volume mounted at /data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DATABASE_URL = file:/data/dev.db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Prisma db push runs on every startup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variables for ToyyibPay + HeroSMS
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railway up -s nishinae-store for manual deploy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logs streamed live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check endpoint at /api/health
</a:t>
            </a: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with Google Search Console verification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Dashboard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 during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persistence on Railway (data wiped on redeploy)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persistent volume at /data with updated DATABASE_URL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7860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ToyyibPay userSecretKey missing errors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required userSecretKey parameter to all API calls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28416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28416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build errors with useSearchParams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components in Suspense boundary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78224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78224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HeroSMS early cancellation exposing raw error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error messages at API route 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828032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82803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no-explicit-any / no-require-imports blocking build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imports + added targeted eslint-disable comments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577840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57784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hide customer info on ToyyibPay page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limitation; collect info upfront for transparency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planned enhancements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receipts via SMTP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for customers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discount tiers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system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36576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(BM / 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feature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(PWA)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576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28800"/>
            <a:ext cx="36576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25603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Multi-payment gateways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support chat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029200" y="3749040"/>
            <a:ext cx="210312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nishinae-store.up.railway.app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t.me/nishinaestore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Nishinae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Nishinae Store — Project Presentation</dc:title>
  <dc:subject>PptxGenJS Presentation</dc:subject>
  <dc:creator>Nishinae Store</dc:creator>
  <cp:lastModifiedBy>Nishinae Store</cp:lastModifiedBy>
  <cp:revision>1</cp:revision>
  <dcterms:created xsi:type="dcterms:W3CDTF">2026-05-02T13:28:58Z</dcterms:created>
  <dcterms:modified xsi:type="dcterms:W3CDTF">2026-05-02T13:28:58Z</dcterms:modified>
</cp:coreProperties>
</file>