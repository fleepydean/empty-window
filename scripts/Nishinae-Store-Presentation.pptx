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450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Nishinae Store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5562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NISHINAE STORE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Daily Life Necessities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0" y="3931920"/>
            <a:ext cx="210312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e-commerce platform for OTP voucher purchase &amp; redemption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Danish   •   2</a:t>
            </a:r>
            <a:r>
              <a:rPr lang="en-US" sz="1200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Project Overview &amp; Problem Statement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Key Features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Tech Stack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System Architecture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User Flow — Store &amp; Checkout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Payment Integration (ToyyibPay)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User Flow — Redemption &amp; OTP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Admin Dashboard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Database Schema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Deployment &amp; Hosting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Challenges &amp; Solutions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Future Improvements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Demo &amp; Q&amp;A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Nishinae Store?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
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temporary phone numbers to receive OTPs for account registrations, verifications and promo redemptions — but accessing such services is inconvenient and requires technical knowledge.
</a:t>
            </a: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
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consumer-friendly store where customers can purchase vouchers, pay online via FPX/card and instantly claim a temporary number to receive OTPs — all in one place.
</a:t>
            </a: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
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 consumers who want quick access to fresh disposable phone numbers for services with OTP-based promotions.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0" y="1828800"/>
            <a:ext cx="393192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7772400" y="1828800"/>
            <a:ext cx="3931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</a:t>
            </a: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Homepage</a:t>
            </a:r>
            <a:endParaRPr lang="en-US" sz="2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screenshot here)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E84CD6-523C-715A-5DBF-2658A969FC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19" t="-15797" r="419" b="15797"/>
          <a:stretch>
            <a:fillRect/>
          </a:stretch>
        </p:blipFill>
        <p:spPr>
          <a:xfrm>
            <a:off x="7739193" y="993648"/>
            <a:ext cx="3965127" cy="52868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offers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914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available OTP voucher products with dynamic pricing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65760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914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4572000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💳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21208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ToyyibPay (FPX + card) for Malaysian customers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21040" y="1828800"/>
            <a:ext cx="365760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8321040" y="1828800"/>
            <a:ext cx="914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8503920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440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OTP Claim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2606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phone number claim after successful payment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365760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914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640080" y="4069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28016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Redemption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7091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 ID system for voucher redemption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89120" y="3931920"/>
            <a:ext cx="365760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Shape 24"/>
          <p:cNvSpPr/>
          <p:nvPr/>
        </p:nvSpPr>
        <p:spPr>
          <a:xfrm>
            <a:off x="4389120" y="3931920"/>
            <a:ext cx="914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4572000" y="4069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21208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0" y="47091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editing of products, prices and orders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21040" y="3931920"/>
            <a:ext cx="365760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9"/>
          <p:cNvSpPr/>
          <p:nvPr/>
        </p:nvSpPr>
        <p:spPr>
          <a:xfrm>
            <a:off x="8321040" y="3931920"/>
            <a:ext cx="914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8503920" y="4069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🌓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914400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03920" y="47091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with theme toggle</a:t>
            </a:r>
            <a:endParaRPr lang="en-US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(App Router)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Sonner (toasts)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4864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6492240" y="1965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(file-based)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HMAC auth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54864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640080" y="4251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ToyyibPay (payments)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HeroSMS (OTP numbers)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4114800"/>
            <a:ext cx="54864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6492240" y="4251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475488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(hosting)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Volume (/data)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(version control)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components connect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Customer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210312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029200" y="21031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Next.js App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(Railway)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0" y="137160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9601200" y="1371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ToyyibPay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(Payment)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0" y="256032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960120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HeroSMS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(OTP API)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411480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5029200" y="41148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SQLite DB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(/data volume)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Admin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(Dashboard)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68880" y="2514600"/>
            <a:ext cx="2560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18" name="Shape 16"/>
          <p:cNvSpPr/>
          <p:nvPr/>
        </p:nvSpPr>
        <p:spPr>
          <a:xfrm flipV="1">
            <a:off x="7132320" y="1783080"/>
            <a:ext cx="2468880" cy="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7132320" y="2697480"/>
            <a:ext cx="2468877" cy="2743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6080760" y="2926080"/>
            <a:ext cx="0" cy="11887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2468880" y="4526280"/>
            <a:ext cx="2560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App → (Payment + OTP APIs) → Database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— Store &amp; Checkout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browsing to payment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Customer visits store homepage and browses product catalog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Selects a product and chooses quantity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Clicks “Checkout” — checkout modal opens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Fills in Full Name, Email, Phone Number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Confirms order with dynamic total price calculation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Clicks “Pay Now” → redirected to ToyyibPay payment page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Completes FPX / card payment via bank login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Redirected back to success page with unique Order ID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B4E5766-EC46-9DEF-B557-CB47F0BC1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809" y="1967765"/>
            <a:ext cx="2980523" cy="39740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74CE940-8941-83B5-8FCB-26587CA75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676" y="1967764"/>
            <a:ext cx="2980524" cy="39740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ToyyibPay — FPX &amp; Card payments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ToyyibPay?
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Malaysian-native gateway (FPX + card)
• Simple bill-based API
• Low transaction fees (RM1 for all FPX transactions)
</a:t>
            </a: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Flow
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Bill via API (server-side)
2. Receive BillCode → redirect customer
3. Customer pays on ToyyibPay page
4. Callback URL receives payment status
5. Return URL redirects to success/fail page
</a:t>
            </a: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
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Sandbox (dev.toyyibpay.com) for local testing
• Production (toyyibpay.com) for live payments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1828800"/>
            <a:ext cx="393192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7772400" y="1828800"/>
            <a:ext cx="3931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</a:t>
            </a: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ToyyibPay Page</a:t>
            </a:r>
            <a:endParaRPr lang="en-US" sz="2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screenshot here)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— Redemption &amp; OTP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your purchased voucher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Customer navigates to /redeem with their Order 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System validates the Order ID against the database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User clicks “Claim Number” to request a phone number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HeroSMS API returns a temporary phone number (15-min window)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Customer uses the number on target service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App polls </a:t>
            </a:r>
            <a:r>
              <a:rPr lang="en-US" sz="14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HeroSMS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5 seconds for incoming OTP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OTP displayed instantly upon arrival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Customer can cancel claim (with 2-minute cooldown protection)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0" y="1828800"/>
            <a:ext cx="3931920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7772400" y="182880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</a:t>
            </a: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 Page</a:t>
            </a:r>
            <a:endParaRPr lang="en-US" sz="2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screenshot here)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0" y="4114800"/>
            <a:ext cx="3931920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7772400" y="411480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</a:t>
            </a: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Received</a:t>
            </a:r>
            <a:endParaRPr lang="en-US" sz="2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screenshot here)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management tools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
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login with HMAC-signed tokens, stored as HTTP-only cookies.
</a:t>
            </a: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
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HeroSMS balance in real-time
• Inline edit product prices
• View &amp; manage all orders
• Edit Order ID and quantity inline
• Delete orders
• Order statistics dashboard
</a:t>
            </a: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
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protected via middleware that validates admin tokens on every request.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1828800"/>
            <a:ext cx="393192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7772400" y="1828800"/>
            <a:ext cx="3931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</a:t>
            </a: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2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screenshot here)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E07664-0153-9D88-A1CB-C18264D8E8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791"/>
          <a:stretch>
            <a:fillRect/>
          </a:stretch>
        </p:blipFill>
        <p:spPr>
          <a:xfrm>
            <a:off x="7748808" y="1765926"/>
            <a:ext cx="3985992" cy="46348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+ SQLite models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457200" y="1554481"/>
            <a:ext cx="347472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457200" y="1554481"/>
            <a:ext cx="34747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457200" y="1554481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57401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orderId (unique)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productKey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productName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serviceCode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totalPrice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1"/>
            <a:ext cx="347472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4480560" y="1554481"/>
            <a:ext cx="34747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4480560" y="1554481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057401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orderId (FK)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billCode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billExternalRef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paidAt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03920" y="1554481"/>
            <a:ext cx="347472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2"/>
          <p:cNvSpPr/>
          <p:nvPr/>
        </p:nvSpPr>
        <p:spPr>
          <a:xfrm>
            <a:off x="8503920" y="1554481"/>
            <a:ext cx="347472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8503920" y="1554481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0" y="2057401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claimId (unique)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orderId (FK)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heroActivationId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phoneNumber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otp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expiresAt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1"/>
            <a:ext cx="347472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Shape 16"/>
          <p:cNvSpPr/>
          <p:nvPr/>
        </p:nvSpPr>
        <p:spPr>
          <a:xfrm>
            <a:off x="457200" y="4069081"/>
            <a:ext cx="34747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457200" y="4069081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ProductSetting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1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productKey (unique)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priceOverride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updatedAt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4069081"/>
            <a:ext cx="347472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20"/>
          <p:cNvSpPr/>
          <p:nvPr/>
        </p:nvSpPr>
        <p:spPr>
          <a:xfrm>
            <a:off x="4480560" y="4069081"/>
            <a:ext cx="347472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4480560" y="4069081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AdminUser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4572001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 (unique)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passwordHash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Hosting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live with Railway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Railway
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Node.js-based hosting with automatic builds from GitHub and persistent volume support.
</a:t>
            </a: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
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Persistent volume mounted at /data
• DATABASE_URL = file:/data/dev.db
• Prisma db push runs on every startup
• Environment variables for ToyyibPay + HeroSMS
</a:t>
            </a: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
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railway up -s nishinae-store for manual deploy
• Build logs streamed live
• Health check endpoint at /api/health
</a:t>
            </a: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
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with Google Search Console verification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0" y="1828800"/>
            <a:ext cx="393192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7772400" y="1828800"/>
            <a:ext cx="3931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</a:t>
            </a: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Dashboard</a:t>
            </a:r>
            <a:endParaRPr lang="en-US" sz="2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screenshot here)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solved during development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3716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persistence on Railway (data wiped on redeploy)
</a:t>
            </a: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persistent volume at /data with updated DATABASE_URL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78608"/>
            <a:ext cx="13716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685800" y="257860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ToyyibPay userSecretKey missing errors
</a:t>
            </a: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required userSecretKey parameter to all API calls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28416"/>
            <a:ext cx="13716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685800" y="3328416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build errors with useSearchParams
</a:t>
            </a: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components in Suspense boundary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78224"/>
            <a:ext cx="13716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685800" y="4078224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HeroSMS early cancellation exposing raw error
</a:t>
            </a: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error messages at API route layer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828032"/>
            <a:ext cx="13716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685800" y="4828032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no-explicit-any / no-require-imports blocking build
</a:t>
            </a: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Refactored imports + added targeted eslint-disable comments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5577840"/>
            <a:ext cx="13716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685800" y="557784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hide customer info on ToyyibPay page
</a:t>
            </a: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limitation; collect info upfront for transparency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planned enhancements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657600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291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receipts via SMTP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for customers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discount tiers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code system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5760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6576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438912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3291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(BM / EN)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feature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(PWA)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65760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36576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832104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0" y="2560320"/>
            <a:ext cx="3291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Multi-payment gateways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PostgreSQL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support chat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5029200" y="3749040"/>
            <a:ext cx="210312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</a:t>
            </a:r>
            <a:r>
              <a:rPr lang="en-US" sz="1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nishinae.store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t.me/nishinaestore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562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1222</Words>
  <Application>Microsoft Office PowerPoint</Application>
  <PresentationFormat>Widescreen</PresentationFormat>
  <Paragraphs>220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Nishinae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Nishinae Store — Project Presentation</dc:title>
  <dc:subject>PptxGenJS Presentation</dc:subject>
  <dc:creator>Nishinae Store</dc:creator>
  <cp:lastModifiedBy>Danish Faris</cp:lastModifiedBy>
  <cp:revision>2</cp:revision>
  <dcterms:created xsi:type="dcterms:W3CDTF">2026-05-02T13:28:58Z</dcterms:created>
  <dcterms:modified xsi:type="dcterms:W3CDTF">2026-05-02T17:27:27Z</dcterms:modified>
</cp:coreProperties>
</file>